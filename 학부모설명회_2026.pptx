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생각:지도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관점의 전환, 질문의 습관, 미래의 역량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학부모 설명회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4월 30일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밤비니 지니어스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시대, 교육이 달라져야 합니다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 아이, 10년 후에도 경쟁력이 있을까요?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937760" y="1783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초등학생이 성인이 되면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없는 직업에 종사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743200"/>
            <a:ext cx="3840480" cy="146304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937760" y="3429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일자리 AI 자동화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가능성 (옥스퍼드 연구)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4389120"/>
            <a:ext cx="3840480" cy="146304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1위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937760" y="5074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세계경제포럼 선정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핵심역량: 비판적 사고력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생각:지도란?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암기하는 아이가 아닌, 질문하는 아이로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828800" cy="4114800"/>
          </a:xfrm>
          <a:prstGeom prst="rect">
            <a:avLst/>
          </a:prstGeom>
          <a:solidFill>
            <a:srgbClr val="000000"/>
          </a:solidFill>
          <a:ln w="38100">
            <a:solidFill>
              <a:srgbClr val="F6A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554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초등 3·4학년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645920"/>
            <a:ext cx="1828800" cy="4114800"/>
          </a:xfrm>
          <a:prstGeom prst="rect">
            <a:avLst/>
          </a:prstGeom>
          <a:solidFill>
            <a:srgbClr val="000000"/>
          </a:solidFill>
          <a:ln w="38100">
            <a:solidFill>
              <a:srgbClr val="F6A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1554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(주 1회, 2시간)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1828800" cy="4114800"/>
          </a:xfrm>
          <a:prstGeom prst="rect">
            <a:avLst/>
          </a:prstGeom>
          <a:solidFill>
            <a:srgbClr val="000000"/>
          </a:solidFill>
          <a:ln w="38100">
            <a:solidFill>
              <a:srgbClr val="F6A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468880"/>
            <a:ext cx="1554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6~8명 소규모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1645920"/>
            <a:ext cx="1828800" cy="4114800"/>
          </a:xfrm>
          <a:prstGeom prst="rect">
            <a:avLst/>
          </a:prstGeom>
          <a:solidFill>
            <a:srgbClr val="000000"/>
          </a:solidFill>
          <a:ln w="38100">
            <a:solidFill>
              <a:srgbClr val="F6A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468880"/>
            <a:ext cx="1554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기반 학습(PBL)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교육학적 근거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교육 이론 기반 설계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구성주의 학습이론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경험하며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 구성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기반 학습(PBL)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깊이있는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블룸의 교육목표분류학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분석→평가→창조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설계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비고츠키 근접발달영역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 모둠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93192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다중지능이론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4846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프로그램으로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지능 개발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931920"/>
            <a:ext cx="2651760" cy="21945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개정 교육과정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4846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6대 핵심역량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연간 10대 프로그램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상상 렌즈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관점의 전환과 질문하는 습관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가치 공작소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해결과 창업가 정신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346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파트너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63931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공생과 디지털 문해력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334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내일의 한 걸음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26864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공감 능력과 사회적 기여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321808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321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이야기 설계사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614416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스토리텔링과 표현력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숫자 탐험대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6642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리터러시와 논리 사고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359152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지구 수호대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감수성과 지속가능성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34670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3346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감정 나침반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63931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지능과 자기 이해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4334256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4334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문화 여행자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626864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이해와 글로벌 시민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5321808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5321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놀이 발명가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5614416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메이커 교육과 창의적 제작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수업은 이렇게 진행됩니다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수업 구조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1~4주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개념 탐색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 깨기, 기초 역량 형성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5C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5~8주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심화 활동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사고, 프로젝트 수행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23774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5C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9~12주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발표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4688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제작, 성장 발표회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수업: 도입(15분) → 전개(80분) → 정리(25분) | 총 2시간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수업을 합니다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상상 렌즈 – 관점의 전환과 질문하는 습관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사물 확대 사진 퀴즈 → 상상 글쓰기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빌런 관점 변호문 → 모의 재판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뉴스 다른 관점 → 균형 기사 작성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사다리 만들기 → 최고의 질문 대회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12주 후, 아이는 같은 세상을 다르게 봅니다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12주 후, 이런 변화를 경험합니다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시키는 대로 하는 아이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26280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25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왜?라고 질문하는 아이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정답만 찾는 아이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6517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393192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560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관점을 탐색하는 아이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93192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공부하는 아이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393192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794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토론하고 협업하는 아이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393192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29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결과에 집착하는 아이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51206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54880" y="4892040"/>
            <a:ext cx="393192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5029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과정을 즐기는 아이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성적표가 아닌, 성장 기록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평가와 포트폴리오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17373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관찰평가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 사고과정과 참여도 관찰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4114800" cy="17373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3504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동료평가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560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모둠 활동에서 상호 피드백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7373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💭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자기평가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루브릭 기반 자기 성찰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4114800" cy="17373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3504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포트폴리오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12주간의 모든 활동을 한 권에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활동지 → 4주마다 성찰 → 12주 종합 포트폴리오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학부모님이 궁금해하시는 것들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선행학습과 다른 점은?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 전달이 아닌 사고력 훈련, 교과 성적도 자연스럽게 향상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소극적인 아이도 참여할 수 있나요?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6~8명 소규모, 모든 아이가 발언 기회 보장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숙제가 있나요?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숙제 없음, 수업 시간 내 완결형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학원과 병행 가능한가요?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166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1회 2시간, 부담 없이 병행 가능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수강 안내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초등 3·4학년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8288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0574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(주 1회, 2시간, 총 24시간)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8288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926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6~8명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8288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수강료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7947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50만원 (12주, 교재비 포함)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8288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장소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4663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밤비니 지니어스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6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1기 모집 중 | 선착순 마감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질문하는 아이가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6AE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미래를 만듭니다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생각:지도와 함께 시작하세요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에듀빌 | crepasedu@gmail.com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밤비니 지니어스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2026-04-08T13:06:58Z</dcterms:created>
  <dcterms:modified xsi:type="dcterms:W3CDTF">2026-04-08T13:06:58Z</dcterms:modified>
</cp:coreProperties>
</file>